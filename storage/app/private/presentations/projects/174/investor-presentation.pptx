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74260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952500"/>
          <a:ext cx="10191750" cy="4762500"/>
          <a:chOff x="857250" y="952500"/>
          <a:chExt cx="10191750" cy="4762500"/>
        </a:xfrm>
      </p:grpSpPr>
      <p:sp>
        <p:nvSpPr>
          <p:cNvPr id="2" name=""/>
          <p:cNvSpPr txBox="1"/>
          <p:nvPr/>
        </p:nvSpPr>
        <p:spPr>
          <a:xfrm>
            <a:off x="857250" y="952500"/>
            <a:ext cx="9334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االباور2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57250" y="190500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MEDICAL PROJECT PRESENTA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2667000"/>
            <a:ext cx="857250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ققققق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666750"/>
          <a:ext cx="10382250" cy="5429250"/>
          <a:chOff x="857250" y="666750"/>
          <a:chExt cx="10382250" cy="5429250"/>
        </a:xfrm>
      </p:grpSpPr>
      <p:sp>
        <p:nvSpPr>
          <p:cNvPr id="2" name=""/>
          <p:cNvSpPr txBox="1"/>
          <p:nvPr/>
        </p:nvSpPr>
        <p:spPr>
          <a:xfrm>
            <a:off x="857250" y="66675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57250" y="1428750"/>
            <a:ext cx="9525000" cy="400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9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This project has been published and is ready for investor review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9">
  <a:themeElements>
    <a:clrScheme name="Theme5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2026-03-28T19:32:10Z</dcterms:created>
  <dcterms:modified xsi:type="dcterms:W3CDTF">2026-03-28T19:32:10Z</dcterms:modified>
  <dc:title>االباور2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