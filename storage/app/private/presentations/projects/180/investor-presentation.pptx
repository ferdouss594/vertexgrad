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3901215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952500"/>
          <a:ext cx="10191750" cy="4762500"/>
          <a:chOff x="857250" y="952500"/>
          <a:chExt cx="10191750" cy="4762500"/>
        </a:xfrm>
      </p:grpSpPr>
      <p:sp>
        <p:nvSpPr>
          <p:cNvPr id="2" name=""/>
          <p:cNvSpPr txBox="1"/>
          <p:nvPr/>
        </p:nvSpPr>
        <p:spPr>
          <a:xfrm>
            <a:off x="857250" y="952500"/>
            <a:ext cx="9334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dfgd]]></a:t>
            </a:r>
          </a:p>
        </p:txBody>
      </p:sp>
      <p:sp>
        <p:nvSpPr>
          <p:cNvPr id="3" name=""/>
          <p:cNvSpPr txBox="1"/>
          <p:nvPr/>
        </p:nvSpPr>
        <p:spPr>
          <a:xfrm>
            <a:off x="857250" y="190500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4B5563">
                    <a:alpha val="100000"/>
                  </a:srgbClr>
                </a:solidFill>
                <a:latin typeface="Calibri"/>
              </a:rPr>
              <a:t><![CDATA[INVESTMENT PROJECT PRESENTATIO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857250" y="2667000"/>
            <a:ext cx="8572500" cy="2095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Prepared by: ققققق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Status: Published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666750"/>
          <a:ext cx="10382250" cy="5429250"/>
          <a:chOff x="857250" y="666750"/>
          <a:chExt cx="10382250" cy="5429250"/>
        </a:xfrm>
      </p:grpSpPr>
      <p:sp>
        <p:nvSpPr>
          <p:cNvPr id="2" name=""/>
          <p:cNvSpPr txBox="1"/>
          <p:nvPr/>
        </p:nvSpPr>
        <p:spPr>
          <a:xfrm>
            <a:off x="857250" y="666750"/>
            <a:ext cx="85725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Executive Summary]]></a:t>
            </a:r>
          </a:p>
        </p:txBody>
      </p:sp>
      <p:sp>
        <p:nvSpPr>
          <p:cNvPr id="3" name=""/>
          <p:cNvSpPr txBox="1"/>
          <p:nvPr/>
        </p:nvSpPr>
        <p:spPr>
          <a:xfrm>
            <a:off x="857250" y="1428750"/>
            <a:ext cx="9525000" cy="400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9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This project has been published and is ready for investor review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88">
  <a:themeElements>
    <a:clrScheme name="Theme8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8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8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VertexGrad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VertexGrad</dc:creator>
  <cp:lastModifiedBy>Unknown Creator</cp:lastModifiedBy>
  <dcterms:created xsi:type="dcterms:W3CDTF">2026-03-30T15:35:39Z</dcterms:created>
  <dcterms:modified xsi:type="dcterms:W3CDTF">2026-03-30T15:35:39Z</dcterms:modified>
  <dc:title>dfgd</dc:title>
  <dc:description>Auto-generated investor presentation</dc:description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