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74809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ver5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ummary6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onents7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mparison8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3144500" cy="6858000"/>
          <a:chOff x="0" y="0"/>
          <a:chExt cx="131445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7239000" y="1619250"/>
            <a:ext cx="5905500" cy="1143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F2A56">
                    <a:alpha val="100000"/>
                  </a:srgbClr>
                </a:solidFill>
                <a:latin typeface="Calibri"/>
              </a:rPr>
              <a:t><![CDATA[تجربة الباور5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0" y="2857500"/>
            <a:ext cx="5334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4B5563">
                    <a:alpha val="100000"/>
                  </a:srgbClr>
                </a:solidFill>
                <a:latin typeface="Calibri"/>
              </a:rPr>
              <a:t><![CDATA[Engineering Graduation Proje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191500" y="4476750"/>
            <a:ext cx="4953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epared by: ققققق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Category: energy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Status: Published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2286000" y="1285875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2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714500" y="2238375"/>
            <a:ext cx="9334500" cy="3238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This project has been published and is ready for investor review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114300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Engineering challenge definitio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572250" y="20478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Project type not specifie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14300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Feasibility under review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572250" y="3762375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Local implementation not specified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857625" y="5334000"/>
            <a:ext cx="447675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Budget 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809625"/>
            <a:ext cx="285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Challenge]]></a:t>
            </a:r>
          </a:p>
        </p:txBody>
      </p:sp>
      <p:sp>
        <p:nvSpPr>
          <p:cNvPr id="4" name=""/>
          <p:cNvSpPr txBox="1"/>
          <p:nvPr/>
        </p:nvSpPr>
        <p:spPr>
          <a:xfrm>
            <a:off x="85725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 problem statement provided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239000" y="809625"/>
            <a:ext cx="34290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ed Engineering Solutio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239000" y="1571625"/>
            <a:ext cx="47625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374151">
                    <a:alpha val="100000"/>
                  </a:srgbClr>
                </a:solidFill>
                <a:latin typeface="Calibri"/>
              </a:rPr>
              <a:t><![CDATA[A practical engineering solution will be implemented to address the identified challeng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4">
  <a:themeElements>
    <a:clrScheme name="Theme7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VertexGrad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VertexGrad</dc:creator>
  <cp:lastModifiedBy>Unknown Creator</cp:lastModifiedBy>
  <dcterms:created xsi:type="dcterms:W3CDTF">2026-03-28T21:03:46Z</dcterms:created>
  <dcterms:modified xsi:type="dcterms:W3CDTF">2026-03-28T21:03:46Z</dcterms:modified>
  <dc:title>تجربة الباور5</dc:title>
  <dc:description>Auto-generated investor presentation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