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74638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ver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ummary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onents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arison4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144500" cy="6858000"/>
          <a:chOff x="0" y="0"/>
          <a:chExt cx="131445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7239000" y="1619250"/>
            <a:ext cx="5905500" cy="1143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F2A56">
                    <a:alpha val="100000"/>
                  </a:srgbClr>
                </a:solidFill>
                <a:latin typeface="Calibri"/>
              </a:rPr>
              <a:t><![CDATA[تجربة اخرى للباور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0" y="2857500"/>
            <a:ext cx="5334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4B5563">
                    <a:alpha val="100000"/>
                  </a:srgbClr>
                </a:solidFill>
                <a:latin typeface="Calibri"/>
              </a:rPr>
              <a:t><![CDATA[Engineering Graduation Proje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191500" y="4476750"/>
            <a:ext cx="4953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epared by: ققققق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Category: energy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Status: Published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2286000" y="1285875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714500" y="2238375"/>
            <a:ext cx="9334500" cy="3238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his project has been published and is ready for investor review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114300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Engineering challenge defini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57225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oject type not specifie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14300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Feasibility under review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57225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Local implementation not specifie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857625" y="5334000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Budget 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809625"/>
            <a:ext cx="285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urrent Challeng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85725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 problem statement provided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239000" y="809625"/>
            <a:ext cx="3429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ed Engineering Solutio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23900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A practical engineering solution will be implemented to address the identified challeng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5">
  <a:themeElements>
    <a:clrScheme name="Theme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VertexGrad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VertexGrad</dc:creator>
  <cp:lastModifiedBy>Unknown Creator</cp:lastModifiedBy>
  <dcterms:created xsi:type="dcterms:W3CDTF">2026-03-28T20:35:14Z</dcterms:created>
  <dcterms:modified xsi:type="dcterms:W3CDTF">2026-03-28T20:35:14Z</dcterms:modified>
  <dc:title>تجربة اخرى للباور</dc:title>
  <dc:description>Auto-generated investor presentation</dc:description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